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Мы создали ТЗ-Ревьюер для аналитика продукта NET, который находит в техническом задании места, непонятные разработчику, — до передачи задачи в разработку.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0:30–0:50. Сейчас ТЗ вычитывают вручную. Часть неточностей всё равно доходит до разработки, и тогда запускается дорогой цикл: возврат, пересогласование, переделка, повторное тестирование.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1:00–3:10 — живое демо. Показать: берём реальный документ кейсодателя, нажимаем «Проверить ТЗ», получаем список замечаний. Раскрыть одно замечание целиком. План Б — скриншоты со следующего слайда.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доказательство. Это не общий совет, а конкретное место в тексте: инструмент привёл цитату, объяснил риск и сформулировал вопрос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3:10–4:10. Два слоя из трёх — обычный код, они детерминированы и воспроизводимы. LLM отвечает только за смысловые вещи. Это же даёт страховку: если модели нет, первые два слоя работают.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Разделяем измеренное и гипотезу. Для точных метрик нужна размеченная экспертом выборка и реальные правки разработчиков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4:10–5:00. Финальная фраза читается дословно, 12–15 секунд. Ценность + что доказано + следующий шаг + запрос.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TALENT HUB · КЕЙС МТС · КОМАНДА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28800"/>
            <a:ext cx="11027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AI-ревьюер технических заданий для аналитика продукта NET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657600"/>
            <a:ext cx="948379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в тексте места, которые разработчик поймёт неоднозначно, — до передачи задачи в разработку.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85216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Кайаал Яхья · Караташоглу Фырат — AI Engineers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Неточность в ТЗ находят уже на разработке — и цикл начинается заново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2148840"/>
            <a:ext cx="2015338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48840"/>
            <a:ext cx="1832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ТЗ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582266" y="2148840"/>
            <a:ext cx="237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820010" y="2148840"/>
            <a:ext cx="2015338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1450" y="2148840"/>
            <a:ext cx="1832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разработку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35347" y="2148840"/>
            <a:ext cx="237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73091" y="2148840"/>
            <a:ext cx="2015338" cy="137160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4531" y="2148840"/>
            <a:ext cx="1832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или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088429" y="2148840"/>
            <a:ext cx="237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6173" y="2148840"/>
            <a:ext cx="2015338" cy="137160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7613" y="2148840"/>
            <a:ext cx="1832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аналитику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41510" y="2148840"/>
            <a:ext cx="237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579254" y="2148840"/>
            <a:ext cx="2015338" cy="137160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70694" y="2148840"/>
            <a:ext cx="18324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Пересогласование</a:t>
            </a:r>
            <a:endParaRPr lang="en-US" sz="1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переделка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977640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такое возвращение — это пересогласование требований, переделка реализации и повторное тестирование.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983480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ревью помогает, но зависит от опыта и загрузки конкретного человека.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сценарий: от документа до конкретного замечания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2103120"/>
            <a:ext cx="2551176" cy="18288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2860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2221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открывает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готовое ТЗ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118104" y="2103120"/>
            <a:ext cx="274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392424" y="2103120"/>
            <a:ext cx="2551176" cy="18288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7016" y="22860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57016" y="2697480"/>
            <a:ext cx="2221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файл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нажимает «Проверить»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103120"/>
            <a:ext cx="274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51176" cy="18288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860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82512" y="2697480"/>
            <a:ext cx="2221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→ шаблон МТС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LLM-ревью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769096" y="2103120"/>
            <a:ext cx="274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043416" y="2103120"/>
            <a:ext cx="2551176" cy="18288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08008" y="22860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08008" y="2697480"/>
            <a:ext cx="2221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замечаний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цитатами из текста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27664" cy="13716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297680"/>
            <a:ext cx="10296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замечание: дословная цитата → что неясно → почему важно для разработки → вопрос аналитику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Нашёл противоречие внутри одного документа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987552" y="1581912"/>
            <a:ext cx="10186416" cy="3926667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27000" dist="38100" dir="5400000">
              <a:srgbClr val="AAB4C0">
                <a:alpha val="30000"/>
              </a:srgbClr>
            </a:outerShdw>
          </a:effectLst>
        </p:spPr>
      </p:sp>
      <p:pic>
        <p:nvPicPr>
          <p:cNvPr id="4" name="Image 0" descr="C:\Masaüstü\tz-reviewer\presentation\assets\llm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45920"/>
            <a:ext cx="10058400" cy="37986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62356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Настоящий вывод на документе кейсодателя, режим LLM. Два раздела одного ТЗ требуют разной задержки — при чтении это легко пропустить.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слоя — и LLM только один из них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920240"/>
            <a:ext cx="3493008" cy="2286000"/>
          </a:xfrm>
          <a:prstGeom prst="roundRect">
            <a:avLst>
              <a:gd name="adj" fmla="val 4800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212140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РАЗБОР ДОКУМЕНТА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5603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и Markdown →</a:t>
            </a:r>
            <a:endParaRPr lang="en-US" sz="2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и таблицы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детерминированно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1920240"/>
            <a:ext cx="3493008" cy="2286000"/>
          </a:xfrm>
          <a:prstGeom prst="roundRect">
            <a:avLst>
              <a:gd name="adj" fmla="val 4800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35424" y="212140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КРИТЕРИИ МТС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35424" y="25603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раздел шаблона +</a:t>
            </a:r>
            <a:endParaRPr lang="en-US" sz="2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требований кейсодателя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535424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детерминированно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1584" y="1920240"/>
            <a:ext cx="3493008" cy="2286000"/>
          </a:xfrm>
          <a:prstGeom prst="roundRect">
            <a:avLst>
              <a:gd name="adj" fmla="val 4800"/>
            </a:avLst>
          </a:prstGeom>
          <a:solidFill>
            <a:srgbClr val="FDF3E3"/>
          </a:solidFill>
          <a:ln w="19050">
            <a:solidFill>
              <a:srgbClr val="D983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02752" y="212140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7A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LLM-РЕВЬЮ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02752" y="25603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</a:t>
            </a:r>
            <a:endParaRPr lang="en-US" sz="2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1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обязательная цитата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 и формулировки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526280"/>
            <a:ext cx="11027664" cy="1554480"/>
          </a:xfrm>
          <a:prstGeom prst="roundRect">
            <a:avLst>
              <a:gd name="adj" fmla="val 7059"/>
            </a:avLst>
          </a:prstGeom>
          <a:solidFill>
            <a:srgbClr val="1322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4526280"/>
            <a:ext cx="10296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2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так: </a:t>
            </a:r>
            <a:pPr indent="0" marL="0">
              <a:lnSpc>
                <a:spcPct val="122000"/>
              </a:lnSpc>
              <a:buNone/>
            </a:pPr>
            <a:r>
              <a:rPr lang="en-US" sz="23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структуру и критерии проверяет код, LLM отвечает только за смысл. Без доступа к модели инструмент продолжает работать. Ограничение: текст, не сканы.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измерено, а что пока гипотеза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874520"/>
            <a:ext cx="5330952" cy="3429000"/>
          </a:xfrm>
          <a:prstGeom prst="roundRect">
            <a:avLst>
              <a:gd name="adj" fmla="val 3200"/>
            </a:avLst>
          </a:prstGeom>
          <a:solidFill>
            <a:srgbClr val="E8F3EE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ИЗМЕРЕНО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2606040"/>
            <a:ext cx="46908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реальных ТЗ — без сбоев</a:t>
            </a:r>
            <a:endParaRPr lang="en-US" sz="21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замечаний, все с цитатой</a:t>
            </a:r>
            <a:endParaRPr lang="en-US" sz="21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смена провайдера без правок кода</a:t>
            </a:r>
            <a:endParaRPr lang="en-US" sz="21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автотеста проходят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330952" cy="3429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 w="19050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7A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ГИПОТЕЗА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606040"/>
            <a:ext cx="46908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 — нужна разметка</a:t>
            </a:r>
            <a:endParaRPr lang="en-US" sz="21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поздних уточнений — нужен пилот</a:t>
            </a:r>
            <a:endParaRPr lang="en-US" sz="21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проверено вручную, не в цифрах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577840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честно разделяем проверенное и непроверенное — и знаем, чем закрыть вторую колонку.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следующий шаг пилот на реальных правках NET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965960"/>
            <a:ext cx="3493008" cy="2377440"/>
          </a:xfrm>
          <a:prstGeom prst="roundRect">
            <a:avLst>
              <a:gd name="adj" fmla="val 4615"/>
            </a:avLst>
          </a:prstGeom>
          <a:solidFill>
            <a:srgbClr val="1E3252"/>
          </a:solidFill>
          <a:ln w="12700">
            <a:solidFill>
              <a:srgbClr val="2E476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95528" y="215798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95528" y="2596896"/>
            <a:ext cx="303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инструмент: веб и CLI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документа кейсодателя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открыт, тесты зелёные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34256" y="1965960"/>
            <a:ext cx="3493008" cy="2377440"/>
          </a:xfrm>
          <a:prstGeom prst="roundRect">
            <a:avLst>
              <a:gd name="adj" fmla="val 4615"/>
            </a:avLst>
          </a:prstGeom>
          <a:solidFill>
            <a:srgbClr val="1E3252"/>
          </a:solidFill>
          <a:ln w="12700">
            <a:solidFill>
              <a:srgbClr val="2E476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215798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596896"/>
            <a:ext cx="303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замечания с цитатой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смена провайдера без правок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как страховка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101584" y="1965960"/>
            <a:ext cx="3493008" cy="2377440"/>
          </a:xfrm>
          <a:prstGeom prst="roundRect">
            <a:avLst>
              <a:gd name="adj" fmla="val 4615"/>
            </a:avLst>
          </a:prstGeom>
          <a:solidFill>
            <a:srgbClr val="1E3252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30184" y="215798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330184" y="2596896"/>
            <a:ext cx="303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реальных ТЗ от NET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 precision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с 2–3 аналитиками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66928" y="4617720"/>
            <a:ext cx="11027664" cy="1463040"/>
          </a:xfrm>
          <a:prstGeom prst="roundRect">
            <a:avLst>
              <a:gd name="adj" fmla="val 7500"/>
            </a:avLst>
          </a:prstGeom>
          <a:solidFill>
            <a:srgbClr val="20385C"/>
          </a:solidFill>
          <a:ln w="19050">
            <a:solidFill>
              <a:srgbClr val="D983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46177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ТЗ-Ревьюер уже находит в реальных ТЗ противоречия, которые люди пропускают при чтении. Чтобы измерить эффект, нам нужны реальные правки разработчиков NET — и мы готовы к пилоту.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AI Talent Hub — кейс МТС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2026-09-07T07:19:21Z</dcterms:created>
  <dcterms:modified xsi:type="dcterms:W3CDTF">2026-09-07T07:19:21Z</dcterms:modified>
</cp:coreProperties>
</file>