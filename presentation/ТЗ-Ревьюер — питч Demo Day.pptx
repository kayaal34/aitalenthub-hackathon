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Здравствуйте! Мы создали ТЗ-Ревьюер для аналитика продукта NET — инструмент, который находит в техническом задании места, непонятные разработчику, ещё до передачи задачи в разработку.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0:30–1:00. Сейчас техзадание вычитывают вручную. Часть неточностей всё равно доходит до разработки — и тогда документ возвращают аналитику, требования пересогласовывают, реализацию переделывают. Наш инструмент показывает эти места раньше, пока документ ещё у аналитика.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1:00–3:10 — живое демо. План Б: этот и следующие слайды содержат настоящие экраны инструмента.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Ключевое доказательство: два раздела одного ТЗ требуют разной задержки. Инструмент привёл обе цитаты и задал вопрос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Настоящий экран инструмента: список замечаний с фильтром по категории, раскрытое замечание с цитатой, объяснением и вопросом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Кроме замечаний инструмент детерминированно проверяет 21 раздел шаблона: заполнен, пустой, помечен «не применимо», упомянут вне раздела или не найден.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3:10–4:10. Первые два слоя — обычный код, детерминированы и воспроизводимы. LLM отвечает только за смысл, и каждое его замечание обязано содержать дословную цитату, иначе отбрасывается. Провайдера меняли на живой Gemini без единой правки кода.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4:10–5:00. Финальная фраза читается дословно, 12–15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1417320"/>
            <a:ext cx="10844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TALENT HUB  ·  КЕЙС МТС  ·  ПРОДУКТ NET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965960"/>
            <a:ext cx="108447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246120"/>
            <a:ext cx="10844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AI-ревьюер технических заданий для аналитика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58368" y="4251960"/>
            <a:ext cx="18288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4572000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E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93776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Кайаал Яхья</a:t>
            </a:r>
            <a:pPr indent="0" marL="0">
              <a:buNone/>
            </a:pPr>
            <a:r>
              <a:rPr lang="en-US" sz="18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AI Engineer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39496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Караташоглу Фырат</a:t>
            </a:r>
            <a:pPr indent="0" marL="0">
              <a:buNone/>
            </a:pPr>
            <a:r>
              <a:rPr lang="en-US" sz="1800" dirty="0">
                <a:solidFill>
                  <a:srgbClr val="9F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AI Engineer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Неточность в ТЗ находят уже на разработке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готово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2622499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878531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1683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842662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98694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1846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062826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7318858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92010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282989" y="2514600"/>
            <a:ext cx="256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39021" y="2514600"/>
            <a:ext cx="1964131" cy="1234440"/>
          </a:xfrm>
          <a:prstGeom prst="roundRect">
            <a:avLst>
              <a:gd name="adj" fmla="val 7407"/>
            </a:avLst>
          </a:prstGeom>
          <a:solidFill>
            <a:srgbClr val="FCEDEB"/>
          </a:solidFill>
          <a:ln w="19050">
            <a:solidFill>
              <a:srgbClr val="E553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2173" y="2514600"/>
            <a:ext cx="18178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C2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Переделка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343400"/>
            <a:ext cx="108447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возврат — это пересогласование, переделка и повторное тестирование.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Загрузил ТЗ — получил замечания с цитатами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163824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438144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Нажимает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«Проверить»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→ шаблон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723376" y="2057400"/>
            <a:ext cx="274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997696" y="2057400"/>
            <a:ext cx="2505456" cy="1234440"/>
          </a:xfrm>
          <a:prstGeom prst="roundRect">
            <a:avLst>
              <a:gd name="adj" fmla="val 7407"/>
            </a:avLst>
          </a:prstGeom>
          <a:solidFill>
            <a:srgbClr val="E9F4EF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136" y="2057400"/>
            <a:ext cx="2322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5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5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цитатами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03320"/>
            <a:ext cx="10515600" cy="3083560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16" name="Image 0" descr="C:\Masaüstü\tz-reviewer\presentation\assets\ui-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749040"/>
            <a:ext cx="10424160" cy="2992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НАХОДИТ ·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Противоречие внутри одного документа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4028224"/>
          </a:xfrm>
          <a:prstGeom prst="roundRect">
            <a:avLst>
              <a:gd name="adj" fmla="val 11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llm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10424160" cy="39367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Каждое замечание раскрывается до цитаты и вопроса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965960"/>
            <a:ext cx="9784080" cy="4617720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ui-fin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011680"/>
            <a:ext cx="969264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РЕЗУЛЬТАТ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структуры по официальному шаблону МТС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05840" y="2148840"/>
            <a:ext cx="10149840" cy="3792172"/>
          </a:xfrm>
          <a:prstGeom prst="roundRect">
            <a:avLst>
              <a:gd name="adj" fmla="val 12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77800" dist="50800" dir="5400000">
              <a:srgbClr val="8FA0B5">
                <a:alpha val="28000"/>
              </a:srgbClr>
            </a:outerShdw>
          </a:effectLst>
        </p:spPr>
      </p:sp>
      <p:pic>
        <p:nvPicPr>
          <p:cNvPr id="5" name="Image 0" descr="C:\Masaüstü\tz-reviewer\presentation\assets\ui-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94560"/>
            <a:ext cx="10058400" cy="37007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0E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слоя — и LLM только один из них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9C4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и Markdown →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и таблицы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7692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296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9C4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3296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МТС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63296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раздел шаблона +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требований кейса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95488" y="2103120"/>
            <a:ext cx="3407664" cy="2148840"/>
          </a:xfrm>
          <a:prstGeom prst="roundRect">
            <a:avLst>
              <a:gd name="adj" fmla="val 4255"/>
            </a:avLst>
          </a:prstGeom>
          <a:solidFill>
            <a:srgbClr val="FBF3E4"/>
          </a:solidFill>
          <a:ln w="19050">
            <a:solidFill>
              <a:srgbClr val="C879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1520" y="23042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7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51520" y="274320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8351520" y="3182112"/>
            <a:ext cx="289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обязательная цитата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4800600"/>
            <a:ext cx="10844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B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Структуру и критерии проверяет код. Без доступа к модели инструмент продолжает работать.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C3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14400"/>
            <a:ext cx="10844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следующий шаг пилот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ИЗМЕРЕНО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реальных ТЗ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замечаний с цитатой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автотеста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7692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296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87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ГИПОТЕЗА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3296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 на уточнениях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95488" y="2057400"/>
            <a:ext cx="3407664" cy="2103120"/>
          </a:xfrm>
          <a:prstGeom prst="roundRect">
            <a:avLst>
              <a:gd name="adj" fmla="val 4348"/>
            </a:avLst>
          </a:prstGeom>
          <a:solidFill>
            <a:srgbClr val="1B2E4A"/>
          </a:solidFill>
          <a:ln w="12700">
            <a:solidFill>
              <a:srgbClr val="2740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1520" y="2267712"/>
            <a:ext cx="289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51520" y="2697480"/>
            <a:ext cx="289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правки от NET</a:t>
            </a:r>
            <a:endParaRPr lang="en-US" sz="180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с аналитиками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" y="4572000"/>
            <a:ext cx="10844784" cy="1371600"/>
          </a:xfrm>
          <a:prstGeom prst="roundRect">
            <a:avLst>
              <a:gd name="adj" fmla="val 6667"/>
            </a:avLst>
          </a:prstGeom>
          <a:solidFill>
            <a:srgbClr val="162944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572000"/>
            <a:ext cx="10021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находим в реальных ТЗ противоречия, которые люди пропускают. Чтобы измерить эффект, нужны реальные правки NET — и мы готовы к пилоту.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0954512" y="54864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spc="100" kern="0" dirty="0">
                <a:solidFill>
                  <a:srgbClr val="4A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AI Talent Hub — кейс МТС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2026-09-07T07:41:46Z</dcterms:created>
  <dcterms:modified xsi:type="dcterms:W3CDTF">2026-09-07T07:41:46Z</dcterms:modified>
</cp:coreProperties>
</file>