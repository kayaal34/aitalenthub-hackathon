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Промежуточная защита. Проект — AI-инструмент предварительного ревью ТЗ на потоки и витрины данных: до передачи в разработку показывает аналитику потенциально проблемные места. Не заменяет аналитика и не выносит решение о готовности.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Точной цифры в кейсе нет — показываем структуру издержек. Инструмент бьёт по первому множителю: снижает вероятность поздних циклов уточнения, перенося часть вопросов на этап до разработки.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 основной пользователь — аналитик, который готовит ТЗ. Сценарий короткий, один экран. «≤ 2 минуты» — это цель MVP, не измеренный факт; замерим на реальных ТЗ к финалу.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Требования кейса. Главное отличие от «просто спросить LLM» — предметность и обязательная привязка к тексту.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Ядро (пакет tz_reviewer) не зависит от интерфейса: для MVP выбрали Streamlit ради скорости демо, ядро можно обернуть в API/FastAPI позже. Стек: Python, Streamlit, CLI, pydantic-схема ответа.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Структура вывода — то, что инструмент реально формирует по каждому замечанию. Числа в сводке иллюстративные (для полного прогона с LLM). На демо: сырое ТЗ → замечания; доработанное ТЗ → меньше замечаний.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Отвечает на вопрос жюри «что уже реально сделано». Скриншот — настоящий вывод cli.py --format html в офлайн-режиме, не макет.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Порогов в кейсе нет — метрики это наши целевые ориентиры MVP для разговора с кейсодателем на финале.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50/50, работа совместная. Распределение уточните под реальный вклад — меняется в одном месте (этот слайд и docs/project-description.md).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37160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E553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13716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ТЗ-Ревьюер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675888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AI-инструмент для предварительного ревью технических заданий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разработку новых потоков и витрин данных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02920" y="4892040"/>
            <a:ext cx="4754880" cy="0"/>
          </a:xfrm>
          <a:prstGeom prst="line">
            <a:avLst/>
          </a:prstGeom>
          <a:noFill/>
          <a:ln w="19050">
            <a:solidFill>
              <a:srgbClr val="3E5C7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МТС · продукт NET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6 · промежуточная защита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9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Engineer: Кайаал Яхья · Караташоглу Фырат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ПРОБЛЕМАТИКА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Часть проблем в ТЗ находится уже на разработке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0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 ручной вычитки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Аналитики и разработчики вручную вычитывают объёмные ТЗ перед постановкой задачи.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1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1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Неоднозначность и пробелы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1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Расплывчатые формулировки и недостающие требования не всегда видны при чтении.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22920" y="1645920"/>
            <a:ext cx="3535680" cy="1783080"/>
          </a:xfrm>
          <a:prstGeom prst="roundRect">
            <a:avLst>
              <a:gd name="adj" fmla="val 4103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24088" y="1810512"/>
            <a:ext cx="3133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единого ревью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324088" y="2212848"/>
            <a:ext cx="3133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зависит от опыта и загрузки конкретного человека.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3703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Когда проблема всплывает поздно — запускается цикл повторной работы: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 правит ТЗ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91058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40436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152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переделывает реализацию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12024" y="4114800"/>
            <a:ext cx="438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305800" y="4114800"/>
            <a:ext cx="3352800" cy="868680"/>
          </a:xfrm>
          <a:prstGeom prst="roundRect">
            <a:avLst>
              <a:gd name="adj" fmla="val 842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42960" y="4114800"/>
            <a:ext cx="307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Тестировщик перепроверяет сценарии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53035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13223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проблемы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число поздних уточнений на одно ТЗ  ×  трудоёмкость цикла уточнения  ×  число ТЗ в квартал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ПОЛЬЗОВАТЕЛЬ И СЦЕНАРИЙ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Второе мнение по ТЗ до передачи в разработку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264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пользователь — аналитик NET. Цель MVP: первичный проход по ТЗ за ≤ 2 минут (время замерим на реальных примерах).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52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52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Готовит ТЗ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/ Markdown / текст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788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38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ТЗ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запускает проверку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074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24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24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84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замечания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84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привязкой к тексту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04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360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10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110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Отбирает значимые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470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решает, что править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90888" y="1965960"/>
            <a:ext cx="256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A8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646920" y="1965960"/>
            <a:ext cx="2011680" cy="2194560"/>
          </a:xfrm>
          <a:prstGeom prst="roundRect">
            <a:avLst>
              <a:gd name="adj" fmla="val 3636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396728" y="2139696"/>
            <a:ext cx="512064" cy="512064"/>
          </a:xfrm>
          <a:prstGeom prst="ellipse">
            <a:avLst/>
          </a:prstGeom>
          <a:solidFill>
            <a:srgbClr val="13223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96728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756648" y="276148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Дорабатывает ТЗ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756648" y="3310128"/>
            <a:ext cx="1792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отдаёт в разработку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617720"/>
            <a:ext cx="1115568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77240" y="47914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Дополнительное предварительное ревью, не замена аналитика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138928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не выносит решение о готовности документа — это делает аналитик;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вторичные пользователи: разработчик и тимлид — быстрый входной чек перед оценкой.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должно делать решение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6333134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569305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находить конкретные фрагменты, непонятные разработчику;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определять недостающую и неоднозначную информацию;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объяснять, почему фрагмент требует внимания;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предлагать, что уточнить или дополнить;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показывать, к какому разделу ТЗ относится замечание;</a:t>
            </a:r>
            <a:endParaRPr lang="en-US" sz="1450" dirty="0"/>
          </a:p>
          <a:p>
            <a:pPr marL="152400" indent="-152400">
              <a:lnSpc>
                <a:spcPct val="100000"/>
              </a:lnSpc>
              <a:spcAft>
                <a:spcPts val="1500"/>
              </a:spcAft>
              <a:buSzPct val="100000"/>
              <a:buChar char="•"/>
            </a:pPr>
            <a:r>
              <a:rPr lang="en-US" sz="14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формировать общий результат проверки документа.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018934" y="1737360"/>
            <a:ext cx="4639666" cy="4114800"/>
          </a:xfrm>
          <a:prstGeom prst="roundRect">
            <a:avLst>
              <a:gd name="adj" fmla="val 1778"/>
            </a:avLst>
          </a:prstGeom>
          <a:solidFill>
            <a:srgbClr val="1322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1542" y="2057400"/>
            <a:ext cx="40544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ПРИНЦИП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1542" y="2468880"/>
            <a:ext cx="405445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Замечание привязано к конкретному фрагменту ТЗ, а не является общим советом.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1542" y="4160520"/>
            <a:ext cx="405445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замечание содержит дословную цитату из документа. Замечание без привязки к тексту отбрасывается.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ТЕХНИЧЕСКОЕ РЕШЕНИЕ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Пайплайн предварительного ревью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002536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01952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12848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/ .txt / .docx с таблицами → разбивка на разделы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734056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953512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953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2852928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 шаблона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каких разделов канонического шаблона ТЗ не хватает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85032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904488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04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3803904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LLM-ревью по рубрике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114800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доменных категорий + few-shot на реальных правках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36008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855464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55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754880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Эвристики (без LLM)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065776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заглушки, «и т.д.», поле без типа, расчёт без формулы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586984"/>
            <a:ext cx="6693408" cy="822960"/>
          </a:xfrm>
          <a:prstGeom prst="roundRect">
            <a:avLst>
              <a:gd name="adj" fmla="val 77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806440"/>
            <a:ext cx="384048" cy="384048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5806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5705856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Структурированный отчёт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016752"/>
            <a:ext cx="5687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замечания, критичность, вопросы аналитику, покрытие шаблона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783080"/>
            <a:ext cx="4142232" cy="4690872"/>
          </a:xfrm>
          <a:prstGeom prst="roundRect">
            <a:avLst>
              <a:gd name="adj" fmla="val 1766"/>
            </a:avLst>
          </a:prstGeom>
          <a:solidFill>
            <a:srgbClr val="13223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90688" y="201168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ПРОВАЙДЕР-НЕЗАВИСИМОСТЬ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790688" y="2395728"/>
            <a:ext cx="359359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(Claude);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OpenAI-совместимый: OpenRouter, локальный Ollama / vLLM, контур МТС;</a:t>
            </a:r>
            <a:endParaRPr lang="en-US" sz="1200" dirty="0"/>
          </a:p>
          <a:p>
            <a:pPr marL="152400" indent="-152400">
              <a:lnSpc>
                <a:spcPct val="108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офлайн-режим — эвристики без внешних вызовов.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90688" y="4160520"/>
            <a:ext cx="3593592" cy="0"/>
          </a:xfrm>
          <a:prstGeom prst="line">
            <a:avLst/>
          </a:prstGeom>
          <a:noFill/>
          <a:ln w="12700">
            <a:solidFill>
              <a:srgbClr val="3E5C7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90688" y="4370832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КАЖДОМ ЗАМЕЧАНИИ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90688" y="4681728"/>
            <a:ext cx="3593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· цитата · критичность · что неясно · почему важно · что уточнить · вопрос аналитику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 РАБОТЫ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Формат замечания (структура вывода)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6779362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201168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2514600" y="2011680"/>
            <a:ext cx="44933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Логика загрузки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9689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КРИТИЧНОСТЬ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596896"/>
            <a:ext cx="44933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— без этого нельзя начинать разработку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18211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ЦИТАТА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3182112"/>
            <a:ext cx="44933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«Данные грузятся инкрементально по дате.»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58952" y="376732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НЕЯСНО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514600" y="3767328"/>
            <a:ext cx="44933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указано поле-приращение и обработка опоздавших записей.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" y="435254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4352544"/>
            <a:ext cx="44933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выберет поле сам — риск потери строк или дублей.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" y="49377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УТОЧНИТЬ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514600" y="4937760"/>
            <a:ext cx="44933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watermark, окно перекрытия, поведение при повторном запуске.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" y="552297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АНАЛИТИКУ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2514600" y="5522976"/>
            <a:ext cx="44933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какому полю считаем приращение и на сколько назад перечитываем?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56602" y="1783080"/>
            <a:ext cx="4101998" cy="2103120"/>
          </a:xfrm>
          <a:prstGeom prst="roundRect">
            <a:avLst>
              <a:gd name="adj" fmla="val 3478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94346" y="1975104"/>
            <a:ext cx="36265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ДОКУМЕНТУ (пример)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794346" y="2340864"/>
            <a:ext cx="36265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3   ·   🟠 6   ·   🟡 4</a:t>
            </a:r>
            <a:endParaRPr lang="en-US" sz="1300" dirty="0"/>
          </a:p>
          <a:p>
            <a:pPr indent="0" marL="0">
              <a:lnSpc>
                <a:spcPct val="130000"/>
              </a:lnSpc>
              <a:spcAft>
                <a:spcPts val="500"/>
              </a:spcAft>
              <a:buNone/>
            </a:pPr>
            <a:r>
              <a:rPr lang="en-US" sz="130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 по критичности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794346" y="3200400"/>
            <a:ext cx="36265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есть блокирующие вопросы — рекомендуется уточнение. Инструмент не оценивает готовность ТЗ.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56602" y="4069080"/>
            <a:ext cx="4101998" cy="2057400"/>
          </a:xfrm>
          <a:prstGeom prst="roundRect">
            <a:avLst>
              <a:gd name="adj" fmla="val 3556"/>
            </a:avLst>
          </a:prstGeom>
          <a:solidFill>
            <a:srgbClr val="13223B"/>
          </a:solidFill>
          <a:ln w="12700">
            <a:solidFill>
              <a:srgbClr val="D4DCE6"/>
            </a:solidFill>
            <a:prstDash val="solid"/>
          </a:ln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94346" y="4261104"/>
            <a:ext cx="36265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ОФЛАЙН-РЕЖИМ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794346" y="4608576"/>
            <a:ext cx="362651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API-ключа инструмент всё равно даёт отчёт: эвристики и покрытие шаблона. Подходит для закрытого контура.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уже работает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6135624" cy="1645920"/>
          </a:xfrm>
          <a:prstGeom prst="roundRect">
            <a:avLst>
              <a:gd name="adj" fmla="val 4444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0664" y="2020824"/>
            <a:ext cx="146304" cy="14630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96696" y="1929384"/>
            <a:ext cx="5404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96696" y="2276856"/>
            <a:ext cx="535838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и пайплайн · разбор .md / .txt / .docx · покрытие шаблона · рубрика 19 категорий · эвристики · офлайн-режим · отчёт md / html / json · Streamlit-демо · CLI · 12 автотестов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3630168"/>
            <a:ext cx="6135624" cy="1280160"/>
          </a:xfrm>
          <a:prstGeom prst="roundRect">
            <a:avLst>
              <a:gd name="adj" fmla="val 5714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0664" y="3867912"/>
            <a:ext cx="146304" cy="146304"/>
          </a:xfrm>
          <a:prstGeom prst="ellipse">
            <a:avLst/>
          </a:prstGeom>
          <a:solidFill>
            <a:srgbClr val="D983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3776472"/>
            <a:ext cx="5404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96696" y="4123944"/>
            <a:ext cx="5358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прогон на реальном LLM (нужен доступ / ключ) · прогон на примерах ТЗ кейсодателя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5111496"/>
            <a:ext cx="6135624" cy="146304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" y="5349240"/>
            <a:ext cx="146304" cy="146304"/>
          </a:xfrm>
          <a:prstGeom prst="ellipse">
            <a:avLst/>
          </a:prstGeom>
          <a:solidFill>
            <a:srgbClr val="56617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5257800"/>
            <a:ext cx="5404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ФИНАЛА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96696" y="5605272"/>
            <a:ext cx="5358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пост-проверка цитат · подсветка фрагмента в тексте · доработка промптов и few-shot · замер прокси-метрик · финальная демонстрация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03720" y="1728216"/>
            <a:ext cx="4809744" cy="3437339"/>
          </a:xfrm>
          <a:prstGeom prst="roundRect">
            <a:avLst>
              <a:gd name="adj" fmla="val 1596"/>
            </a:avLst>
          </a:prstGeom>
          <a:solidFill>
            <a:srgbClr val="13223B"/>
          </a:solidFill>
          <a:ln/>
          <a:effectLst>
            <a:outerShdw sx="100000" sy="100000" kx="0" ky="0" algn="bl" rotWithShape="0" blurRad="114300" dist="38100" dir="5400000">
              <a:srgbClr val="AAB4C0">
                <a:alpha val="34000"/>
              </a:srgbClr>
            </a:outerShdw>
          </a:effectLst>
        </p:spPr>
      </p:sp>
      <p:pic>
        <p:nvPicPr>
          <p:cNvPr id="17" name="Image 0" descr="C:\Masaüstü\tz-reviewer\presentation\assets\rea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58584" y="1783080"/>
            <a:ext cx="4700016" cy="3327611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958584" y="5293571"/>
            <a:ext cx="4700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Реальный вывод инструмента: офлайн-режим, демо-ТЗ «поток загрузки услуг». Полный прогон с LLM даёт и блокеры.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55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РИСКИ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32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оцениваем и что может пойти не так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7373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КРИТЕРИИ УСПЕХА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0312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замечания указывают на места, которые реально стоит уточнить;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каждое замечание привязано к фрагменту ТЗ (валидная цитата → ~100%);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замечанию видно: где, что не так, что дописать, какой вопрос задать;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советов, не связанных с этим ТЗ.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79476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ПРОКСИ-МЕТРИКИ — ЦЕЛЬ MVP (в кейсе порогов нет)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4626864"/>
            <a:ext cx="5303520" cy="0"/>
          </a:xfrm>
          <a:prstGeom prst="line">
            <a:avLst/>
          </a:prstGeom>
          <a:noFill/>
          <a:ln w="12700">
            <a:solidFill>
              <a:srgbClr val="D4D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42245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выдачи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5084064"/>
            <a:ext cx="5303520" cy="0"/>
          </a:xfrm>
          <a:prstGeom prst="line">
            <a:avLst/>
          </a:prstGeom>
          <a:noFill/>
          <a:ln w="12700">
            <a:solidFill>
              <a:srgbClr val="D4DC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46817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по известным правкам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5541264"/>
            <a:ext cx="5303520" cy="0"/>
          </a:xfrm>
          <a:prstGeom prst="line">
            <a:avLst/>
          </a:prstGeom>
          <a:noFill/>
          <a:ln w="12700">
            <a:solidFill>
              <a:srgbClr val="D4DC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51389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валидных цитат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51389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0.95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5998464"/>
            <a:ext cx="5303520" cy="0"/>
          </a:xfrm>
          <a:prstGeom prst="line">
            <a:avLst/>
          </a:prstGeom>
          <a:noFill/>
          <a:ln w="12700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5596128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Стабильность двух прогонов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55961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0.7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55080" y="1737360"/>
            <a:ext cx="5303520" cy="4526280"/>
          </a:xfrm>
          <a:prstGeom prst="roundRect">
            <a:avLst>
              <a:gd name="adj" fmla="val 1616"/>
            </a:avLst>
          </a:prstGeom>
          <a:solidFill>
            <a:srgbClr val="EEF2F7"/>
          </a:solidFill>
          <a:ln w="12700">
            <a:solidFill>
              <a:srgbClr val="D4DC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19568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32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AI-РЕШЕНИЯ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2395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Ложноположительные замечания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26883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критичность, сортировка, фильтр; few-shot на реальных правках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33558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Слишком общие советы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364845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обязательная цитата в схеме; отбрасывание замечаний без привязки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43159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Пропуск важной проблемы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46085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эвристики поверх LLM; покрытие шаблона; «не заменяет аналитика»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52760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не должны уходить наружу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556869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661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локальный эндпоинт / офлайн-режим; ключи только через окружение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840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И ПЛАН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11155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6 — распределение задач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1E3252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4825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Кайаал Яхья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323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B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LLM-пайплайн, промпты, структурированный вывод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B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доменная рубрика и категории замечаний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B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Streamlit-демо и сценарий демонстрации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B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качества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94960" cy="2468880"/>
          </a:xfrm>
          <a:prstGeom prst="roundRect">
            <a:avLst>
              <a:gd name="adj" fmla="val 2963"/>
            </a:avLst>
          </a:prstGeom>
          <a:solidFill>
            <a:srgbClr val="1E3252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204825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Караташоглу Фырат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3230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участие 50%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8346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B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сборка MVP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B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документа, эвристики, покрытие шаблона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B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 провайдеров LLM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B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примеры ТЗ, прогоны, автотесты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4617720"/>
            <a:ext cx="11155680" cy="1371600"/>
          </a:xfrm>
          <a:prstGeom prst="roundRect">
            <a:avLst>
              <a:gd name="adj" fmla="val 5333"/>
            </a:avLst>
          </a:prstGeom>
          <a:solidFill>
            <a:srgbClr val="1E325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8097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ФИНАЛА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138928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6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прогон на примерах кейсодателя · пост-проверка цитат · подсветка фрагмента в тексте · доработка промптов · замер метрик · финальная демонстрация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17220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FA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Архитектурные решения и оценка качества — совместно.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MTS Hackathon — AI-инструмент для анализа документации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Команда 6</dc:creator>
  <cp:lastModifiedBy>Команда 6</cp:lastModifiedBy>
  <cp:revision>1</cp:revision>
  <dcterms:created xsi:type="dcterms:W3CDTF">2026-09-04T11:07:04Z</dcterms:created>
  <dcterms:modified xsi:type="dcterms:W3CDTF">2026-09-04T11:07:04Z</dcterms:modified>
</cp:coreProperties>
</file>