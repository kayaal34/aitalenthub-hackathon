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Промежуточная защита. Проект — AI-инструмент, который делает предварительное ревью ТЗ на потоки и витрины данных до передачи в разработку и показывает аналитику потенциально проблемные места.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Точной цифры в кейсе нет — показываем структуру издержек. Инструмент бьёт по первому множителю: переносит часть уточнений на этап до разработки, где правка стоит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пользователь один — аналитик, который готовит ТЗ. Сценарий короткий, на минуты, single-screen.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Требования кейса. Главное отличие от «просто спросить LLM» — предметность и привязка к тексту.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(пакет tz_reviewer) не зависит от интерфейса: для MVP выбрали Streamlit ради скорости демо, ядро можно обернуть в API/FastAPI позже.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демо показываем: сырое ТЗ → отчёт с блокерами; доработанное ТЗ → меньше замечаний, выше индекс; тот же прогон в офлайн-режиме.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Порогов в кейсе нет — метрики это ориентиры для разговора с кейсодателем на финале.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50/50, работа совместная. Совместно принимаем архитектурные решения, обсуждаем продуктовый сценарий, тестируем качество.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553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371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ТЗ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6974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ТЗ-Ревьюер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7033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AI-инструмент для предварительного ревью технических заданий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разработку новых потоков и витрин данных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4892040"/>
            <a:ext cx="4754880" cy="0"/>
          </a:xfrm>
          <a:prstGeom prst="line">
            <a:avLst/>
          </a:prstGeom>
          <a:noFill/>
          <a:ln w="19050">
            <a:solidFill>
              <a:srgbClr val="3E5C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50749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МТС · продукт NET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6 · промежуточная защита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Engineer: Кайаал Яхья · Караташоглу Фырат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02336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ПРОБЛЕМАТИКА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Часть проблем в ТЗ находится уже на разработке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847088"/>
            <a:ext cx="3133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ручной вычитки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212848"/>
            <a:ext cx="3133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Аналитики и разработчики вручную вычитывают объёмные ТЗ перед постановкой задачи.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312920" y="169164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14088" y="1847088"/>
            <a:ext cx="3133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Неоднозначность и пробелы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514088" y="2212848"/>
            <a:ext cx="3133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Расплывчатые формулировки и недостающие требования не всегда видны при чтении.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122920" y="1691640"/>
            <a:ext cx="353568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4088" y="1847088"/>
            <a:ext cx="3133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единого ревью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324088" y="2212848"/>
            <a:ext cx="3133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зависит от опыта и загрузки конкретного человека — подход не единообразный.</a:t>
            </a:r>
            <a:endParaRPr lang="en-US" sz="118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703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проблема всплывает поздно — запускается цикл повторной работы: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3352800" cy="868680"/>
          </a:xfrm>
          <a:prstGeom prst="roundRect">
            <a:avLst>
              <a:gd name="adj" fmla="val 8421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114800"/>
            <a:ext cx="307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 уточняет и правит ТЗ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910584" y="4114800"/>
            <a:ext cx="438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404360" y="4114800"/>
            <a:ext cx="3352800" cy="868680"/>
          </a:xfrm>
          <a:prstGeom prst="roundRect">
            <a:avLst>
              <a:gd name="adj" fmla="val 8421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41520" y="4114800"/>
            <a:ext cx="307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переделывает реализацию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12024" y="4114800"/>
            <a:ext cx="438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305800" y="4114800"/>
            <a:ext cx="3352800" cy="868680"/>
          </a:xfrm>
          <a:prstGeom prst="roundRect">
            <a:avLst>
              <a:gd name="adj" fmla="val 8421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42960" y="4114800"/>
            <a:ext cx="307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Тестировщик перепроверяет сценарии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25780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322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проблемы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число поздних уточнений на одно ТЗ  ×  трудоёмкость цикла уточнения  ×  число ТЗ в квартал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02336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И СЦЕНАРИЙ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Аналитик NET получает второе мнение за 1–2 минуты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2728" y="1965960"/>
            <a:ext cx="512064" cy="512064"/>
          </a:xfrm>
          <a:prstGeom prst="ellipse">
            <a:avLst/>
          </a:prstGeom>
          <a:solidFill>
            <a:srgbClr val="1322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52728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6060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Готовит ТЗ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320040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Markdown / текст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2532888" y="1783080"/>
            <a:ext cx="256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178308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38728" y="1965960"/>
            <a:ext cx="512064" cy="512064"/>
          </a:xfrm>
          <a:prstGeom prst="ellipse">
            <a:avLst/>
          </a:prstGeom>
          <a:solidFill>
            <a:srgbClr val="1322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38728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98648" y="26060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Загружает ТЗ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320040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запускает проверку</a:t>
            </a:r>
            <a:endParaRPr lang="en-US" sz="1080" dirty="0"/>
          </a:p>
        </p:txBody>
      </p:sp>
      <p:sp>
        <p:nvSpPr>
          <p:cNvPr id="15" name="Text 13"/>
          <p:cNvSpPr txBox="1"/>
          <p:nvPr/>
        </p:nvSpPr>
        <p:spPr>
          <a:xfrm>
            <a:off x="4818888" y="1783080"/>
            <a:ext cx="256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74920" y="178308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24728" y="1965960"/>
            <a:ext cx="512064" cy="512064"/>
          </a:xfrm>
          <a:prstGeom prst="ellipse">
            <a:avLst/>
          </a:prstGeom>
          <a:solidFill>
            <a:srgbClr val="1322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24728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84648" y="26060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замечания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184648" y="320040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привязкой к тексту</a:t>
            </a:r>
            <a:endParaRPr lang="en-US" sz="1080" dirty="0"/>
          </a:p>
        </p:txBody>
      </p:sp>
      <p:sp>
        <p:nvSpPr>
          <p:cNvPr id="21" name="Text 19"/>
          <p:cNvSpPr txBox="1"/>
          <p:nvPr/>
        </p:nvSpPr>
        <p:spPr>
          <a:xfrm>
            <a:off x="7104888" y="1783080"/>
            <a:ext cx="256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60920" y="178308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10728" y="1965960"/>
            <a:ext cx="512064" cy="512064"/>
          </a:xfrm>
          <a:prstGeom prst="ellipse">
            <a:avLst/>
          </a:prstGeom>
          <a:solidFill>
            <a:srgbClr val="1322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10728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70648" y="26060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Отбирает значимые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470648" y="320040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решает, что править</a:t>
            </a:r>
            <a:endParaRPr lang="en-US" sz="1080" dirty="0"/>
          </a:p>
        </p:txBody>
      </p:sp>
      <p:sp>
        <p:nvSpPr>
          <p:cNvPr id="27" name="Text 25"/>
          <p:cNvSpPr txBox="1"/>
          <p:nvPr/>
        </p:nvSpPr>
        <p:spPr>
          <a:xfrm>
            <a:off x="9390888" y="1783080"/>
            <a:ext cx="256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646920" y="178308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96728" y="1965960"/>
            <a:ext cx="512064" cy="512064"/>
          </a:xfrm>
          <a:prstGeom prst="ellipse">
            <a:avLst/>
          </a:prstGeom>
          <a:solidFill>
            <a:srgbClr val="13223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396728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56648" y="26060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Дорабатывает ТЗ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756648" y="320040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отдаёт в разработку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02920" y="457200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7365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— дополнительное предварительное ревью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508406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заменяет аналитика и не выносит решение о готовности документа;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вторичные пользователи — разработчик и тимлид: быстрый входной чек перед оценкой задачи.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02336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делать решение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6510528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587044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находить конкретные фрагменты, непонятные разработчику;</a:t>
            </a:r>
            <a:endParaRPr lang="en-US" sz="14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определять недостающую и неоднозначную информацию;</a:t>
            </a:r>
            <a:endParaRPr lang="en-US" sz="14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объяснять, почему фрагмент требует внимания;</a:t>
            </a:r>
            <a:endParaRPr lang="en-US" sz="14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предлагать, что уточнить или дополнить;</a:t>
            </a:r>
            <a:endParaRPr lang="en-US" sz="14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показывать, к какому разделу ТЗ относится замечание;</a:t>
            </a:r>
            <a:endParaRPr lang="en-US" sz="14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формировать общий результат проверки документа.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87768" y="1737360"/>
            <a:ext cx="4370832" cy="3931920"/>
          </a:xfrm>
          <a:prstGeom prst="roundRect">
            <a:avLst>
              <a:gd name="adj" fmla="val 1860"/>
            </a:avLst>
          </a:prstGeom>
          <a:solidFill>
            <a:srgbClr val="1322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62088" y="201168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принцип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562088" y="2432304"/>
            <a:ext cx="3822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Замечание привязано к конкретному содержанию ТЗ, а не является общим советом.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562088" y="3977640"/>
            <a:ext cx="38221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замечание содержит дословную цитату из документа. Замечание без привязки к тексту отбрасывается.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02336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ТЕХНИЧЕСКОЕ РЕШЕНИЕ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Пайплайн предварительного ревью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6916522" cy="841248"/>
          </a:xfrm>
          <a:prstGeom prst="roundRect">
            <a:avLst>
              <a:gd name="adj" fmla="val 7609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2020824"/>
            <a:ext cx="365760" cy="36576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74520"/>
            <a:ext cx="6047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документа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67128"/>
            <a:ext cx="6047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/ .txt / .docx (с таблицами) → разделы по заголовкам и нумерации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734056"/>
            <a:ext cx="6916522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971800"/>
            <a:ext cx="365760" cy="36576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825496"/>
            <a:ext cx="6047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шаблона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118104"/>
            <a:ext cx="6047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с каноническим шаблоном ТЗ — каких разделов не хватает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685032"/>
            <a:ext cx="6916522" cy="841248"/>
          </a:xfrm>
          <a:prstGeom prst="roundRect">
            <a:avLst>
              <a:gd name="adj" fmla="val 7609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3922776"/>
            <a:ext cx="365760" cy="36576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776472"/>
            <a:ext cx="6047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LLM-ревью по рубрике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069080"/>
            <a:ext cx="6047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доменных категорий + few-shot на паттернах корректировок разработчиков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636008"/>
            <a:ext cx="6916522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4873752"/>
            <a:ext cx="365760" cy="36576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727448"/>
            <a:ext cx="6047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Эвристики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020056"/>
            <a:ext cx="6047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заглушки, «и т.д.», поле без типа, расчёт без формулы — работают и без LLM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586984"/>
            <a:ext cx="6916522" cy="841248"/>
          </a:xfrm>
          <a:prstGeom prst="roundRect">
            <a:avLst>
              <a:gd name="adj" fmla="val 7609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5824728"/>
            <a:ext cx="365760" cy="36576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7512" y="5824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5678424"/>
            <a:ext cx="6047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Структурированный отчёт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5971032"/>
            <a:ext cx="6047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замечания + критичность + индекс готовности + вопросы аналитику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93762" y="1783080"/>
            <a:ext cx="3964838" cy="4681728"/>
          </a:xfrm>
          <a:prstGeom prst="roundRect">
            <a:avLst>
              <a:gd name="adj" fmla="val 1845"/>
            </a:avLst>
          </a:prstGeom>
          <a:solidFill>
            <a:srgbClr val="13223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49794" y="1993392"/>
            <a:ext cx="34527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Провайдер-независимость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949794" y="2395728"/>
            <a:ext cx="345277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(Claude);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OpenAI-совместимый эндпоинт: OpenRouter, локальный vLLM / Ollama, внутренний контур МТС;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офлайн-режим — эвристики без внешних вызовов.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949794" y="4315968"/>
            <a:ext cx="3452774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49794" y="4498848"/>
            <a:ext cx="34527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каждом замечании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949794" y="4791456"/>
            <a:ext cx="34527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· цитата · критичность · что неясно · почему важно · что уточнить · вопрос аналитику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949794" y="5943600"/>
            <a:ext cx="34527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Стек: Python · Streamlit (демо) · CLI · pydantic-схема ответа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02336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РАБОТЫ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Формат одного замечания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673364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2011680"/>
            <a:ext cx="4401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Логика загрузки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КРИТИЧНОСТЬ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606040"/>
            <a:ext cx="4401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 —  без этого нельзя начинать разработку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ЦИТАТА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3200400"/>
            <a:ext cx="4401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«Данные грузятся инкрементально по дате.»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94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НЕЯСНО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794760"/>
            <a:ext cx="4401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указано поле-приращение и обработка опоздавших записей.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389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ВАЖНО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4389120"/>
            <a:ext cx="4401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выберет поле сам — риск потери строк или дублей.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983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УТОЧНИТЬ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4983480"/>
            <a:ext cx="4401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watermark, окно перекрытия, поведение при повторном запуске.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577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АНАЛИТИКУ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5577840"/>
            <a:ext cx="4401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какому полю считаем приращение и на сколько назад перечитываем?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93762" y="1783080"/>
            <a:ext cx="3964838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922362" y="1993392"/>
            <a:ext cx="35076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документу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22362" y="2395728"/>
            <a:ext cx="35076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готовности: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/ 100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Блокеры 3 · Существенные 6 · Незначительные 4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93762" y="4114800"/>
            <a:ext cx="3964838" cy="2148840"/>
          </a:xfrm>
          <a:prstGeom prst="roundRect">
            <a:avLst>
              <a:gd name="adj" fmla="val 3404"/>
            </a:avLst>
          </a:prstGeom>
          <a:solidFill>
            <a:srgbClr val="13223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922362" y="4315968"/>
            <a:ext cx="35076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Офлайн-режим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22362" y="4700016"/>
            <a:ext cx="35076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API-ключа инструмент всё равно даёт отчёт: эвристики и покрытие шаблона. Подходит для закрытого контура.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02336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И РИСКИ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оцениваем и что может пойти не так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3736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успеха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21408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замечания указывают на места, которые реально стоит уточнить;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замечание привязано к фрагменту ТЗ (доля с валидной цитатой → ~100%);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замечанию видно: где, что не так, что дописать, какой вопрос задать;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советов, не связанных с этим ТЗ.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16052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Прокси-метрики (тест без эталона)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956048"/>
            <a:ext cx="5303520" cy="0"/>
          </a:xfrm>
          <a:prstGeom prst="line">
            <a:avLst/>
          </a:prstGeom>
          <a:noFill/>
          <a:ln w="12700">
            <a:solidFill>
              <a:srgbClr val="D4DC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572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Precision@отчёт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4572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5376672"/>
            <a:ext cx="5303520" cy="0"/>
          </a:xfrm>
          <a:prstGeom prst="line">
            <a:avLst/>
          </a:prstGeom>
          <a:noFill/>
          <a:ln w="12700">
            <a:solidFill>
              <a:srgbClr val="D4DC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4992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по известным правкам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49926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0.6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5797296"/>
            <a:ext cx="5303520" cy="0"/>
          </a:xfrm>
          <a:prstGeom prst="line">
            <a:avLst/>
          </a:prstGeom>
          <a:noFill/>
          <a:ln w="12700">
            <a:solidFill>
              <a:srgbClr val="D4DC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5413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валидных цитат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54132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6217920"/>
            <a:ext cx="5303520" cy="0"/>
          </a:xfrm>
          <a:prstGeom prst="line">
            <a:avLst/>
          </a:prstGeom>
          <a:noFill/>
          <a:ln w="12700">
            <a:solidFill>
              <a:srgbClr val="D4DC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5833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Стабильность двух прогонов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5833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173736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19659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риски AI-решения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4505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Ложноположительные замечания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27614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критичность + сортировка + фильтр; few-shot на реальных правках</a:t>
            </a:r>
            <a:endParaRPr lang="en-US" sz="103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34107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 общие советы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3721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обязательная цитата в схеме; отбрасывание замечаний без привязки</a:t>
            </a:r>
            <a:endParaRPr lang="en-US" sz="103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43708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 важной проблемы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4681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эвристики поверх LLM; покрытие шаблона; «не заменяет аналитика»</a:t>
            </a:r>
            <a:endParaRPr lang="en-US" sz="103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5330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не должны уходить наружу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56418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локальный эндпоинт / офлайн-режим; ключи только через окружение</a:t>
            </a:r>
            <a:endParaRPr lang="en-US" sz="10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02336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И ПЛАН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 6 — распределение задач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1E3252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93852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Кайаал Яхья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30428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 ·  участие 50%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670048"/>
            <a:ext cx="48828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анализа: LLM-пайплайн, промпты, структурированный вывод</a:t>
            </a:r>
            <a:endParaRPr lang="en-US" sz="108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доменная рубрика и категории замечаний</a:t>
            </a:r>
            <a:endParaRPr lang="en-US" sz="108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Streamlit-демо, сценарий демонстрации</a:t>
            </a:r>
            <a:endParaRPr lang="en-US" sz="108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качества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1E3252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93852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Караташоглу Фырат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304288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 ·  участие 50%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670048"/>
            <a:ext cx="48828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решения и сборка MVP</a:t>
            </a:r>
            <a:endParaRPr lang="en-US" sz="108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разбора документа, эвристики, покрытие шаблона</a:t>
            </a:r>
            <a:endParaRPr lang="en-US" sz="108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провайдеров LLM (в т.ч. OpenAI-совместимые)</a:t>
            </a:r>
            <a:endParaRPr lang="en-US" sz="108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CB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примеров ТЗ и прогоны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02920" y="4800600"/>
            <a:ext cx="11155680" cy="1188720"/>
          </a:xfrm>
          <a:prstGeom prst="roundRect">
            <a:avLst>
              <a:gd name="adj" fmla="val 6154"/>
            </a:avLst>
          </a:prstGeom>
          <a:solidFill>
            <a:srgbClr val="1E32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9560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финала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266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прогон на примерах кейсодателя  ·  пост-проверка цитат  ·  подсветка фрагмента в тексте  ·  доработка промптов и few-shot  ·  замер метрик  ·  финальная демонстрация и презентация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Архитектурные решения принимаются совместно.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MTS Hackathon — AI-инструмент для анализа документации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Команда 6</dc:creator>
  <cp:lastModifiedBy>Команда 6</cp:lastModifiedBy>
  <cp:revision>1</cp:revision>
  <dcterms:created xsi:type="dcterms:W3CDTF">2026-09-04T10:16:57Z</dcterms:created>
  <dcterms:modified xsi:type="dcterms:W3CDTF">2026-09-04T10:16:57Z</dcterms:modified>
</cp:coreProperties>
</file>